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3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54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4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9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21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780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502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62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60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3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556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237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675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281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477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496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5D201-13FC-4BCD-9774-785E05595CBC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F895BD4-1FA4-48E1-B5F6-771B1F2EF9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07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1468316"/>
            <a:ext cx="8915399" cy="3309066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ANALYSIS OF THREE PROMINENT ARTIFICIAL COMPANIES</a:t>
            </a:r>
            <a:b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Google, Meta and Open AI)</a:t>
            </a:r>
            <a:b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Rachael </a:t>
            </a:r>
            <a:r>
              <a:rPr lang="en-GB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Oluwakemi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Agunloko</a:t>
            </a: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Title: Data Analyst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58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6577" y="413238"/>
            <a:ext cx="990013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  <a:p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summary of results generated by the comprehensive data analysis at :  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has the highest  revenue from  2015 -2024, then Meta and lastly  Open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has the highest investment on artificial intelligence followed by Meta and Open AI consecutively.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AI has the highest compound annual growth rate (CGAR), then Meta and Lastly Google.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spent most on stock, then Meta and Open AI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86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7785" y="360485"/>
            <a:ext cx="9592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Investment  and Revenue Analysis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785" y="914510"/>
            <a:ext cx="4439529" cy="4236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5335869"/>
            <a:ext cx="10146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and Meta have higher revenue and investment capacity because of extensive</a:t>
            </a:r>
            <a:r>
              <a:rPr lang="en-US" b="1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advertisement, decades of infrastructure, user bases, and cash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playing a different game. It is a high-growth, high-risk pure AI bet. It has grown revenue extremely fast from a tiny base.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988" y="1002763"/>
            <a:ext cx="4015740" cy="400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913" y="1276643"/>
            <a:ext cx="5337810" cy="39811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6915" y="325315"/>
            <a:ext cx="9047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Correlation Analysis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151792" y="5741377"/>
            <a:ext cx="10418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The correlation relationship between cumulative investment and cumulative revenue is positive. Revenue increases as investment increases but less than 50%. It suggests investment is important but innovation, execution and marketing time matters too.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822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1746" y="606669"/>
            <a:ext cx="10049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Compound Annual Growth Rate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87" y="1059181"/>
            <a:ext cx="4053253" cy="386597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57654" y="5090444"/>
            <a:ext cx="9410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OpenAI</a:t>
            </a:r>
            <a:r>
              <a:rPr lang="en-US" dirty="0"/>
              <a:t> </a:t>
            </a:r>
            <a:r>
              <a:rPr lang="en-US" dirty="0" smtClean="0"/>
              <a:t>has </a:t>
            </a:r>
            <a:r>
              <a:rPr lang="en-US" dirty="0"/>
              <a:t>e</a:t>
            </a:r>
            <a:r>
              <a:rPr lang="en-US" dirty="0" smtClean="0"/>
              <a:t>xtremely high revenue of ~ 200%+ annual income from 2023 because it thrives on the generative A.I wave, low base, new market and productive business model. It also spent least on stocks.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004" y="1259938"/>
            <a:ext cx="3817620" cy="36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73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46485" y="597877"/>
            <a:ext cx="76053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companies should implement remote and hybrid work models for their employees as it reduces amount spent of physical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A.I companies should tailor their innovations to specific aspects of human daily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user-subscription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3237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312</TotalTime>
  <Words>261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Wisp</vt:lpstr>
      <vt:lpstr>INVESTMENT ANALYSIS OF THREE PROMINENT ARTIFICIAL COMPANIES  (Google, Meta and Open AI)  By Rachael Oluwakemi Agunloko Job Title: Data Analyst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ANALYSIS OF THREE LEGEND ARTIFICIAL COMPANIES</dc:title>
  <dc:creator>BMT NETWORKS</dc:creator>
  <cp:lastModifiedBy>BMT NETWORKS</cp:lastModifiedBy>
  <cp:revision>18</cp:revision>
  <dcterms:created xsi:type="dcterms:W3CDTF">2026-05-02T14:29:31Z</dcterms:created>
  <dcterms:modified xsi:type="dcterms:W3CDTF">2026-05-02T19:42:04Z</dcterms:modified>
</cp:coreProperties>
</file>